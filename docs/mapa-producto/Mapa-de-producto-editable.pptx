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365760"/>
            <a:ext cx="11155680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63444"/>
                </a:solidFill>
                <a:latin typeface="Aptos"/>
              </a:rPr>
              <a:t>Mapa del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886968"/>
            <a:ext cx="10972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08599"/>
                </a:solidFill>
                <a:latin typeface="Aptos"/>
              </a:rPr>
              <a:t>Del catálogo público a la guía de mantención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316736"/>
            <a:ext cx="109728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RECORRIDO DE LA PERSONA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" y="1609344"/>
            <a:ext cx="2542032" cy="150876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01  PÚBLICO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57400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Inicio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59736"/>
            <a:ext cx="2249424" cy="5760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Valor del producto,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planes y acceso.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8" y="2359152"/>
            <a:ext cx="192024" cy="0"/>
          </a:xfrm>
          <a:prstGeom prst="line">
            <a:avLst/>
          </a:prstGeom>
          <a:ln w="25400">
            <a:solidFill>
              <a:srgbClr val="70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evron 9"/>
          <p:cNvSpPr/>
          <p:nvPr/>
        </p:nvSpPr>
        <p:spPr>
          <a:xfrm>
            <a:off x="3218688" y="2286000"/>
            <a:ext cx="118872" cy="146304"/>
          </a:xfrm>
          <a:prstGeom prst="chevron">
            <a:avLst/>
          </a:prstGeom>
          <a:solidFill>
            <a:srgbClr val="70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01568" y="1609344"/>
            <a:ext cx="2542032" cy="1508760"/>
          </a:xfrm>
          <a:prstGeom prst="roundRect">
            <a:avLst/>
          </a:prstGeom>
          <a:solidFill>
            <a:srgbClr val="D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737360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02  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057400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59736"/>
            <a:ext cx="2249424" cy="5760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Auto o moto; marca →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modelo → año → km.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2" y="2359152"/>
            <a:ext cx="192024" cy="0"/>
          </a:xfrm>
          <a:prstGeom prst="line">
            <a:avLst/>
          </a:prstGeom>
          <a:ln w="25400">
            <a:solidFill>
              <a:srgbClr val="70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6062472" y="2286000"/>
            <a:ext cx="118872" cy="146304"/>
          </a:xfrm>
          <a:prstGeom prst="chevron">
            <a:avLst/>
          </a:prstGeom>
          <a:solidFill>
            <a:srgbClr val="70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1609344"/>
            <a:ext cx="2542032" cy="150876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737360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03  IDENTIDAD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057400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Cuenta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459736"/>
            <a:ext cx="2249424" cy="5760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Registro o sesión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con Supabase Auth.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4816" y="2359152"/>
            <a:ext cx="192024" cy="0"/>
          </a:xfrm>
          <a:prstGeom prst="line">
            <a:avLst/>
          </a:prstGeom>
          <a:ln w="25400">
            <a:solidFill>
              <a:srgbClr val="70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8906256" y="2286000"/>
            <a:ext cx="118872" cy="146304"/>
          </a:xfrm>
          <a:prstGeom prst="chevron">
            <a:avLst/>
          </a:prstGeom>
          <a:solidFill>
            <a:srgbClr val="70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9136" y="1609344"/>
            <a:ext cx="2542032" cy="1508760"/>
          </a:xfrm>
          <a:prstGeom prst="roundRect">
            <a:avLst/>
          </a:prstGeom>
          <a:solidFill>
            <a:srgbClr val="D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04  PRIVADO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057400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Mi garage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459736"/>
            <a:ext cx="2249424" cy="5760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Fichas asociadas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a cada usuario.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3383280"/>
            <a:ext cx="109728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CAPACIDADES Y CAMINOS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" y="3675887"/>
            <a:ext cx="2542032" cy="1335024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3803903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PLAN DE ENTRADA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123944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526279"/>
            <a:ext cx="2249424" cy="40233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Hasta 2 vehículos.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Consulta tu garage.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3675887"/>
            <a:ext cx="2542032" cy="1335024"/>
          </a:xfrm>
          <a:prstGeom prst="roundRect">
            <a:avLst/>
          </a:prstGeom>
          <a:solidFill>
            <a:srgbClr val="D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803903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PLAN AMPLIADO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123944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4526279"/>
            <a:ext cx="2249424" cy="40233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Garage sin límite.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Acceso a la guía IA.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3675887"/>
            <a:ext cx="2542032" cy="1335024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6" y="3803903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SOLO PREMIUM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4123944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Orientación 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4526279"/>
            <a:ext cx="2249424" cy="40233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Vehículo + observaciones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→ reporte con Gemini.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89136" y="3675887"/>
            <a:ext cx="2542032" cy="1335024"/>
          </a:xfrm>
          <a:prstGeom prst="roundRect">
            <a:avLst/>
          </a:prstGeom>
          <a:solidFill>
            <a:srgbClr val="D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803903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CANAL PÚBLICO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123944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Hablemos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526279"/>
            <a:ext cx="2249424" cy="40233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Consultas y sugerencias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registradas en Supabase.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61888" y="4343400"/>
            <a:ext cx="237744" cy="0"/>
          </a:xfrm>
          <a:prstGeom prst="line">
            <a:avLst/>
          </a:prstGeom>
          <a:ln w="25400">
            <a:solidFill>
              <a:srgbClr val="E9A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evron 44"/>
          <p:cNvSpPr/>
          <p:nvPr/>
        </p:nvSpPr>
        <p:spPr>
          <a:xfrm>
            <a:off x="6099048" y="4270248"/>
            <a:ext cx="118872" cy="146304"/>
          </a:xfrm>
          <a:prstGeom prst="chevron">
            <a:avLst/>
          </a:prstGeom>
          <a:solidFill>
            <a:srgbClr val="E9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120640"/>
            <a:ext cx="109728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CÓMO SE IMPLEMENTA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7784" y="5404104"/>
            <a:ext cx="11073384" cy="795528"/>
          </a:xfrm>
          <a:prstGeom prst="roundRect">
            <a:avLst/>
          </a:prstGeom>
          <a:solidFill>
            <a:srgbClr val="16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5504688"/>
            <a:ext cx="257860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NAVEGADOR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" y="5751576"/>
            <a:ext cx="257860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1EC"/>
                </a:solidFill>
                <a:latin typeface="Aptos"/>
              </a:rPr>
              <a:t>HTML · CSS · JavaScript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9272" y="5687568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A258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02152" y="5504688"/>
            <a:ext cx="257860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SERVIDOR EN RENDER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02152" y="5751576"/>
            <a:ext cx="257860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1EC"/>
                </a:solidFill>
                <a:latin typeface="Aptos"/>
              </a:rPr>
              <a:t>Node.js · Express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687568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A258"/>
                </a:solidFill>
                <a:latin typeface="Apto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504688"/>
            <a:ext cx="257860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DATOS Y ACCESO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751576"/>
            <a:ext cx="257860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1EC"/>
                </a:solidFill>
                <a:latin typeface="Aptos"/>
              </a:rPr>
              <a:t>Supabase · PostgreSQL · RLS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2248" y="5687568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A258"/>
                </a:solidFill>
                <a:latin typeface="Aptos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5128" y="5504688"/>
            <a:ext cx="257860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GUÍA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5128" y="5751576"/>
            <a:ext cx="257860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1EC"/>
                </a:solidFill>
                <a:latin typeface="Aptos"/>
              </a:rPr>
              <a:t>Gemini desde el servidor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" y="6428232"/>
            <a:ext cx="11073384" cy="22860"/>
          </a:xfrm>
          <a:prstGeom prst="rect">
            <a:avLst/>
          </a:prstGeom>
          <a:solidFill>
            <a:srgbClr val="E9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7784" y="6528816"/>
            <a:ext cx="5486400" cy="14630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08599"/>
                </a:solidFill>
                <a:latin typeface="Aptos"/>
              </a:rPr>
              <a:t>GARAGE PREMIUM MODERNO   /   HITO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528816"/>
            <a:ext cx="850392" cy="14630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08599"/>
                </a:solidFill>
                <a:latin typeface="Aptos"/>
              </a:rPr>
              <a:t>ANEXO / MAPA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